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Nobel Prize Trends (1901–2023)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Insights &amp;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Nobel Prize data (1901–2023)</a:t>
            </a:r>
          </a:p>
          <a:p>
            <a:r>
              <a:t>- Explore demographic and geographic trends</a:t>
            </a:r>
          </a:p>
          <a:p>
            <a:r>
              <a:t>- Deliver insights via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Nobel Prize dataset</a:t>
            </a:r>
          </a:p>
          <a:p>
            <a:r>
              <a:t>- Time span: 1901–2023</a:t>
            </a:r>
          </a:p>
          <a:p>
            <a:r>
              <a:t>- Features: Year, Category, Birth Country, Sex, Motivation</a:t>
            </a:r>
          </a:p>
          <a:p>
            <a:r>
              <a:t>- Derived: decade, is_female, is_us_born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Distribution</a:t>
            </a:r>
          </a:p>
        </p:txBody>
      </p:sp>
      <p:pic>
        <p:nvPicPr>
          <p:cNvPr id="3" name="Picture 2" descr="gender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US-born Laureates Over Time</a:t>
            </a:r>
          </a:p>
        </p:txBody>
      </p:sp>
      <p:pic>
        <p:nvPicPr>
          <p:cNvPr id="3" name="Picture 2" descr="us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Countries of Birth</a:t>
            </a:r>
          </a:p>
        </p:txBody>
      </p:sp>
      <p:pic>
        <p:nvPicPr>
          <p:cNvPr id="3" name="Picture 2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• Filter by category and decade</a:t>
            </a:r>
          </a:p>
          <a:p>
            <a:r>
              <a:t>• Gender trends visualization</a:t>
            </a:r>
          </a:p>
          <a:p>
            <a:r>
              <a:t>• US-born laureates ratio</a:t>
            </a:r>
          </a:p>
          <a:p>
            <a:r>
              <a:t>• Top countries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 Enrich dataset with affiliations &amp; socioeconomic data</a:t>
            </a:r>
          </a:p>
          <a:p>
            <a:r>
              <a:t>- Build predictive models</a:t>
            </a:r>
          </a:p>
          <a:p>
            <a:r>
              <a:t>- Enhance dashboard with laureate search &amp; interactive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Explore the dashboard &amp; GitHub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